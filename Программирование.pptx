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74B61-CC84-4ED1-83EA-FF2823C915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4E265D-8476-4EB3-8307-810961914C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B0B7F2-ECBE-4EBE-8C37-B99E0DC92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850202A-6BD1-44B1-AEAC-10F3558B04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87385F2-B40B-42DE-B0F3-E4D238479A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FC47790-21AD-4B60-AFAE-E0F9269233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39DE0C2-4FC2-42E7-BBA0-577AB41881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34D4BAC-8DF3-4F10-B890-1710B6318E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752577-1183-45F1-892A-E41F2C4381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3175E93-D236-42B5-B50F-CF15D30664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5AED5C1-36A3-418F-BBA0-48F5FAF235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F8E7D7-978E-4538-8D09-93DF5E88D5B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14599-CCA1-41D0-9682-4EED42D84A7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6599C2-A67C-4F6C-95C6-A73CFD36BFA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DD4144-31B5-4EB1-92A0-CFA26E4515F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2D73A-A8A4-4CE4-AD9F-2D521F3B0B5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144A51-5587-4B3C-9781-AB3C6BF4BAF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C3A5EE-CDD3-4D24-B4CB-C8F8624EFFB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CA2070-8962-4440-A860-173C8035322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E4151C-11C2-45B1-AD24-4CD6FCE8682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4CA2DB-9588-4AC1-AE63-D9D40822EF9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A0AA5-B96F-4396-9942-B1E016549D6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длины стороны квадрата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side * side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 сторон прямоугольника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прямоугольника:", area)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 катетов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гипотенузы по теореме Пифагора: c = sqrt(a^2 + b^2)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площади: S = (a * b) /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print(f"Гипотенуза: {hypotenuse}")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print(f"Площадь: {area}")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числа N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квадратов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через запятую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года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високосный год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целого числа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четность с помощью оператора остатка от деления (%)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четное")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нечетное")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условия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первое меньше второго, вычисляем сумму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Иначе (если первое больше или равно второму) вычисляем разность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= 0  # Счетчик четных чисел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794520" y="1729080"/>
            <a:ext cx="10515240" cy="51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Инициализация счетчиков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89760" y="1535400"/>
            <a:ext cx="10515240" cy="53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Инициализация переменных для хранения максимума и минимума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Используем None, чтобы правильно обработать первое введенное число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Для первого числа устанавливаем и максимум, и минимум равными ему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if max_num is None or num &gt; max_num: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if min_num is None or num &lt; min_num: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Вычисление разницы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45840" y="15811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Создаем пустой список для хранения чисел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 в массиве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max_element = max(A)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Подсчитываем количество элементов, равных максимальному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count_max = 0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num in A: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num == max_element: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count_max += 1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14240" y="1690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# Инициализация списка и переменных для сумм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sum_even_indices = 0  # Сумма элементов с четными индексами (0, 2, 4...)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sum_odd_indices = 0   # Сумма элементов с нечетными индексами (1, 3, 5...)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num = int(input(f"Элемент с индексом {i}: "))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# Проверяем четность индекса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if i % 2 == 0: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sum_even_indices += num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sum_odd_indices += num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difference = sum_even_indices - sum_odd_indices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print(f"Сумма элементов с четными индексами: {sum_even_indices}")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print(f"Сумма элементов с нечетными индексами: {sum_odd_indices}")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print(f"Разница (четные индексы - нечетные индексы): {difference}")</a:t>
            </a:r>
            <a:endParaRPr b="0" lang="ru-RU" sz="11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= 0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Проходим по каждому символу в тексте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Проверка, является ли символ цифрой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+= 1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Удаление всех пробелов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print("Строка без пробелов:", text_without_spaces)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Разбиваем строку на слова.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print("Первое слово:", words[0])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print("Вы не ввели ни одного слова.")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Имя файла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filename = "output.txt"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Запись текста в файл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'w' (write) означает режим записи. Если файла нет, он создастся.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файл есть, его содержимое будет перезаписано.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encoding='utf-8' нужен для корректной работы с русским языком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open(filename, 'w', encoding='utf-8') as file: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print(f"Текст успешно записан в файл '{filename}'")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1. Получение диапазона от пользователя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диапазона (N):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диапазона (M): "))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N не может быть больше M. Попробуйте снова.")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print("Пожалуйста, введите целые числа.")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print(f"\nОтлично! Ваше число находится в диапазоне [{N}, {M}].")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print("Отвечайте на мои вопросы:")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print("'y' или 'д' — если Да")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print("'n' или 'н' — если Нет")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print("'q' — если я ошибся и хочу начать заново\n")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2. Инициализация границ поиска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N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3. Цикл бинарного поиска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Находим середину текущего диапазона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Используем целочисленное деление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диапазон схлопнулся в одно число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low == high: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print(f"Ваше число: {low}?")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confirm = input("Это верно? (y/n): ").lower()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confirm in ['y', 'д', 'yes']: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print(f"Ура! Я угадал число {low} за {attempts} попыток!")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print("Похоже, вы ошиблись в ответах ранее, так как других вариантов нет.")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Задаем вопрос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question = f"Ваше число больше {mid}?"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answer = input(f"{question} (y/n): ").lower()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['q', 'quit', 'выход']: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print("Игра завершена.")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['y', 'д', 'yes']: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больше mid, значит нижняя граница сдвигается на mid + 1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answer in ['n', 'н', 'no']: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не больше mid (значит меньше или равно), верхняя граница становится mid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print("Непонятный ответ. Пожалуйста, используйте 'y' (да) или 'n' (нет).")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-= 1 # Не считаем эту попытку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print("Что-то пошло не так. Проверьте, честно ли вы отвечали на вопросы!")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main()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2026-05-18T13:54:52Z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